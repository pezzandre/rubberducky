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77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Shape 5"/>
          <p:cNvSpPr/>
          <p:nvPr/>
        </p:nvSpPr>
        <p:spPr>
          <a:xfrm>
            <a:off x="0" y="54864"/>
            <a:ext cx="3200400" cy="50886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22860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8A6FF"/>
                </a:solidFill>
              </a:rPr>
              <a:t>SICUREZZA ICT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SUPSI — DTI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288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A.A. 2025/2026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B949E"/>
                </a:solidFill>
              </a:rPr>
              <a:t>SIMULAZIONE DI UN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74720" y="10972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Rubber Ducky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474720" y="2286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con Raspberry Pi Zero W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017520"/>
            <a:ext cx="539496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6" name="Text 13"/>
          <p:cNvSpPr/>
          <p:nvPr/>
        </p:nvSpPr>
        <p:spPr>
          <a:xfrm>
            <a:off x="347472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Matteo Maruca  ·  Andrea Pezzolla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474720" y="4206240"/>
            <a:ext cx="192024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8" name="Text 15"/>
          <p:cNvSpPr/>
          <p:nvPr/>
        </p:nvSpPr>
        <p:spPr>
          <a:xfrm>
            <a:off x="34747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PENETRATION TESTING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4206240"/>
            <a:ext cx="1554480" cy="4114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0" name="Text 17"/>
          <p:cNvSpPr/>
          <p:nvPr/>
        </p:nvSpPr>
        <p:spPr>
          <a:xfrm>
            <a:off x="55778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8A6FF"/>
                </a:solidFill>
              </a:rPr>
              <a:t>DIDATTICO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FF9C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Struttura della presentazione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53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Cos'è un USB Rubber Ducky?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465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Introduzione e funzionamento HID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94360" cy="5943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396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Hardware e Architettura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323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Raspberry Pi Zero W + setup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594360" cy="5943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254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Configurazione e Payload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1181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USB OTG, HID Gadget, script Python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94360" cy="5943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511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Livello 2 — Controllo Remoto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8039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Server C2 e TCP interattivo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594360" cy="5943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197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Difese e Contromisure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4897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USBGuard, whitelist, considerazioni etiche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8A6FF"/>
                </a:solidFill>
              </a:rPr>
              <a:t>01 — INTRODUZIONE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Cos'è un USB Rubber Ducky?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C"/>
                </a:solidFill>
              </a:rPr>
              <a:t>Definizione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di penetration testing sviluppato da Hak5.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presenta al SO come una normale tastiera USB (HID).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collegato, esegue automaticamente sequenze di comandi (payload).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Sfrutta la fiducia implicita che i sistemi ripongono nei dispositivi HID.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196596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5331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Bypassa antivirus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Nessun malware installato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03720" y="1188720"/>
            <a:ext cx="196596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3533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Cross-platform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9516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Windows, macOS, Linux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2971800"/>
            <a:ext cx="196596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3639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3703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Plug &amp; play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4023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Attivo in pochi secondi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2971800"/>
            <a:ext cx="196596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13639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703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Invisibile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95160" y="4023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Sembra una tastiera normale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FF9C"/>
                </a:solidFill>
              </a:rPr>
              <a:t>02 — HARDWARE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Perché il Raspberry Pi Zero W?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C"/>
                </a:solidFill>
              </a:rPr>
              <a:t>Confronto modelli Raspberry Pi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572320"/>
              </p:ext>
            </p:extLst>
          </p:nvPr>
        </p:nvGraphicFramePr>
        <p:xfrm>
          <a:off x="548640" y="1737360"/>
          <a:ext cx="4572000" cy="170486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USB OTG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Usabile HID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Pi Zero W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Pi 3 Model B+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Pi 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2194560"/>
            <a:ext cx="4572000" cy="457200"/>
          </a:xfrm>
          <a:prstGeom prst="rect">
            <a:avLst/>
          </a:prstGeom>
          <a:solidFill>
            <a:srgbClr val="0D2B1E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9" name="Text 6"/>
          <p:cNvSpPr/>
          <p:nvPr/>
        </p:nvSpPr>
        <p:spPr>
          <a:xfrm>
            <a:off x="59436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C"/>
                </a:solidFill>
              </a:rPr>
              <a:t>Pi Zero 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3464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9C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7764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9C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" y="3291840"/>
            <a:ext cx="50292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3" name="Text 10"/>
          <p:cNvSpPr/>
          <p:nvPr/>
        </p:nvSpPr>
        <p:spPr>
          <a:xfrm>
            <a:off x="548640" y="3383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Componenti utilizzati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49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Raspberry Pi Zero W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MicroSD  16GB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Cavo micro-USB OTG (dati!)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PC Vittima (macOS nel test)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PC Controller (Livello 2)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1234440"/>
            <a:ext cx="32004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6" name="Text 13"/>
          <p:cNvSpPr/>
          <p:nvPr/>
        </p:nvSpPr>
        <p:spPr>
          <a:xfrm>
            <a:off x="576072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C"/>
                </a:solidFill>
              </a:rPr>
              <a:t>Architettura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60720" y="1737360"/>
            <a:ext cx="1188720" cy="731520"/>
          </a:xfrm>
          <a:prstGeom prst="rect">
            <a:avLst/>
          </a:prstGeom>
          <a:solidFill>
            <a:srgbClr val="0D2B1E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830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63640" y="1783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</a:rPr>
              <a:t>PC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</a:rPr>
              <a:t>Controller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55080" y="2468880"/>
            <a:ext cx="0" cy="45720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Text 17"/>
          <p:cNvSpPr/>
          <p:nvPr/>
        </p:nvSpPr>
        <p:spPr>
          <a:xfrm>
            <a:off x="5620726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Ethernet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760720" y="2926080"/>
            <a:ext cx="1188720" cy="731520"/>
          </a:xfrm>
          <a:prstGeom prst="rect">
            <a:avLst/>
          </a:prstGeom>
          <a:solidFill>
            <a:srgbClr val="0D2B1E"/>
          </a:solidFill>
          <a:ln w="254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992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3640" y="29992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9C"/>
                </a:solidFill>
              </a:rPr>
              <a:t>Pi Zero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FF9C"/>
                </a:solidFill>
              </a:rPr>
              <a:t>(Duck)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355080" y="3657600"/>
            <a:ext cx="0" cy="45720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Text 21"/>
          <p:cNvSpPr/>
          <p:nvPr/>
        </p:nvSpPr>
        <p:spPr>
          <a:xfrm>
            <a:off x="5620726" y="381327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USB HID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760720" y="4114800"/>
            <a:ext cx="1188720" cy="731520"/>
          </a:xfrm>
          <a:prstGeom prst="rect">
            <a:avLst/>
          </a:prstGeom>
          <a:solidFill>
            <a:srgbClr val="2B0D0D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2062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63640" y="42062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</a:rPr>
              <a:t>PC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</a:rPr>
              <a:t>Vittima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1323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</a:rPr>
              <a:t>Livello 2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13232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Full Remote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Control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0C040"/>
                </a:solidFill>
              </a:rPr>
              <a:t>03 — CONFIGURAZIONE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Setup e sviluppo del Payload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062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57200" cy="1645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Flash 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Raspberry Pi OS Lite 32-bit via Imager. Config: WiFi 2.4GHz, SSH, hostname.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2062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57200" cy="1645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USB OTG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Aggiunta dtoverlay=dwc2 in config.txt e modules-load=dwc2,libcomposite in cmdline.txt.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2062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57200" cy="1645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HID Gadget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Script setup_hid.sh configura /dev/hidg0 via configfs. Avvio automatico con rc.local.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2062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57200" cy="1645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2" name="Text 20"/>
          <p:cNvSpPr/>
          <p:nvPr/>
        </p:nvSpPr>
        <p:spPr>
          <a:xfrm>
            <a:off x="4800600" y="3017520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Payload Python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Script nativo che scrive report HID standard su /dev/hidg0. Nessuna libreria esterna.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solidFill>
            <a:srgbClr val="0D2B1E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Text 24"/>
          <p:cNvSpPr/>
          <p:nvPr/>
        </p:nvSpPr>
        <p:spPr>
          <a:xfrm>
            <a:off x="594360" y="45994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CMD+SPACE  →  Terminal  →  hostname &amp;&amp; whoami &amp;&amp; ipconfig getifaddr en0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6B"/>
                </a:solidFill>
              </a:rPr>
              <a:t>04 — CONTROLLO REMOTO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Livello 2 — Command &amp;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8A6FF"/>
                </a:solidFill>
              </a:rPr>
              <a:t>LIVELLO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Payload automatico preconfezionato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Zero  →  USB  →  PC Vittima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Script Python eseguito all'avvio, comandi fissi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1645920"/>
          </a:xfrm>
          <a:prstGeom prst="rect">
            <a:avLst/>
          </a:prstGeom>
          <a:solidFill>
            <a:srgbClr val="2B0D0D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6B"/>
                </a:solidFill>
              </a:rPr>
              <a:t>LIVELLO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Controllo interattivo in tempo reale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 →  TCP:9999  →  Pi Zero  →  USB  →  Vittima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Server Flask (HTTP/8080) raccoglie dati esfiltrati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Risultati salvati in /risultati/output_&lt;ts&gt;.txt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Flusso operativo Livello 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32004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0" name="Text 18"/>
          <p:cNvSpPr/>
          <p:nvPr/>
        </p:nvSpPr>
        <p:spPr>
          <a:xfrm>
            <a:off x="4754880" y="17830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1801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Controller si connette al Pi Zero via TCP :9999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258568"/>
            <a:ext cx="320040" cy="347472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3" name="Text 21"/>
          <p:cNvSpPr/>
          <p:nvPr/>
        </p:nvSpPr>
        <p:spPr>
          <a:xfrm>
            <a:off x="4754880" y="22585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Digita un comando sulla propria tastiera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734056"/>
            <a:ext cx="320040" cy="347472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6" name="Text 24"/>
          <p:cNvSpPr/>
          <p:nvPr/>
        </p:nvSpPr>
        <p:spPr>
          <a:xfrm>
            <a:off x="4754880" y="27340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752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Il Pi Zero lo riceve via socket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209544"/>
            <a:ext cx="32004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9" name="Text 27"/>
          <p:cNvSpPr/>
          <p:nvPr/>
        </p:nvSpPr>
        <p:spPr>
          <a:xfrm>
            <a:off x="4754880" y="32095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Pi Zero lo 'digita' come HID sulla vittima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85032"/>
            <a:ext cx="3200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2" name="Text 30"/>
          <p:cNvSpPr/>
          <p:nvPr/>
        </p:nvSpPr>
        <p:spPr>
          <a:xfrm>
            <a:off x="4754880" y="36850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Vittima esegue il comando nel terminale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160520"/>
            <a:ext cx="3200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5" name="Text 33"/>
          <p:cNvSpPr/>
          <p:nvPr/>
        </p:nvSpPr>
        <p:spPr>
          <a:xfrm>
            <a:off x="4754880" y="4160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4178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curl invia i risultati al server C2 (HTTP:8080)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366F1"/>
                </a:solidFill>
              </a:rPr>
              <a:t>05 — DIFESE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Contromisure difensive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09728" cy="7863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5"/>
          <p:cNvSpPr/>
          <p:nvPr/>
        </p:nvSpPr>
        <p:spPr>
          <a:xfrm>
            <a:off x="59436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HID Spoofing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Si finge tastiera USB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417320"/>
            <a:ext cx="0" cy="457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0" name="Text 8"/>
          <p:cNvSpPr/>
          <p:nvPr/>
        </p:nvSpPr>
        <p:spPr>
          <a:xfrm>
            <a:off x="3200400" y="1307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</a:rPr>
              <a:t>DIFESA: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618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USBGuard (Linux), policy whitelist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12264"/>
            <a:ext cx="841248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109728" cy="78638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4" name="Text 12"/>
          <p:cNvSpPr/>
          <p:nvPr/>
        </p:nvSpPr>
        <p:spPr>
          <a:xfrm>
            <a:off x="594360" y="2185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</a:rPr>
              <a:t>Payload automatico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Esecuzione immediata al plug-in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295144"/>
            <a:ext cx="0" cy="457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Text 15"/>
          <p:cNvSpPr/>
          <p:nvPr/>
        </p:nvSpPr>
        <p:spPr>
          <a:xfrm>
            <a:off x="3200400" y="2185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</a:rPr>
              <a:t>DIFESA: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496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Disabilitare autorun, whitelist device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990088"/>
            <a:ext cx="841248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0" name="Shape 18"/>
          <p:cNvSpPr/>
          <p:nvPr/>
        </p:nvSpPr>
        <p:spPr>
          <a:xfrm>
            <a:off x="365760" y="2990088"/>
            <a:ext cx="109728" cy="78638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5943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Esfiltrazione dati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Invio via HTTP/curl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172968"/>
            <a:ext cx="0" cy="457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4" name="Text 22"/>
          <p:cNvSpPr/>
          <p:nvPr/>
        </p:nvSpPr>
        <p:spPr>
          <a:xfrm>
            <a:off x="32004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</a:rPr>
              <a:t>DIFESA: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33741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Firewall egress, DLP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867912"/>
            <a:ext cx="841248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7" name="Shape 25"/>
          <p:cNvSpPr/>
          <p:nvPr/>
        </p:nvSpPr>
        <p:spPr>
          <a:xfrm>
            <a:off x="365760" y="3867912"/>
            <a:ext cx="109728" cy="7863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8" name="Text 26"/>
          <p:cNvSpPr/>
          <p:nvPr/>
        </p:nvSpPr>
        <p:spPr>
          <a:xfrm>
            <a:off x="594360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</a:rPr>
              <a:t>Accesso remoto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288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Controllo via TCP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4050792"/>
            <a:ext cx="0" cy="457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1" name="Text 29"/>
          <p:cNvSpPr/>
          <p:nvPr/>
        </p:nvSpPr>
        <p:spPr>
          <a:xfrm>
            <a:off x="3200400" y="3941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</a:rPr>
              <a:t>DIFESA: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4251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Network segmentation, IDS/IPS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0D2B1E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4" name="Text 32"/>
          <p:cNvSpPr/>
          <p:nvPr/>
        </p:nvSpPr>
        <p:spPr>
          <a:xfrm>
            <a:off x="594360" y="46908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usbguard  &amp;&amp;  sudo usbguard generate-policy &gt; /etc/usbguard/rules.conf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C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F9C"/>
                </a:solidFill>
              </a:rPr>
              <a:t>CONCLUSIONI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029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C"/>
                </a:solidFill>
              </a:rPr>
              <a:t>Risultati ottenuti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Compreso il protocollo USB HID e le sue vulnerabilità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Implementato un Rubber Ducky con un Raspberry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payload Python nativo senza dipendenze esterne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Realizzato sistema di controllo </a:t>
            </a:r>
            <a:r>
              <a:rPr lang="en-US" sz="13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bidirezionale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Documentate le contromisure difensive applicabili in contesti reali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777240"/>
            <a:ext cx="32004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8" name="Text 6"/>
          <p:cNvSpPr/>
          <p:nvPr/>
        </p:nvSpPr>
        <p:spPr>
          <a:xfrm>
            <a:off x="5760720" y="868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Sviluppi futuri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298448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Payload per Windows e Linux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Cifratura Controller → Pi Zero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Interfaccia web (P4wnP1 A.L.O.A.)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</a:rPr>
              <a:t>Analisi forense post-attacco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2743200"/>
            <a:ext cx="3200400" cy="1965960"/>
          </a:xfrm>
          <a:prstGeom prst="rect">
            <a:avLst/>
          </a:prstGeom>
          <a:solidFill>
            <a:srgbClr val="2B0D0D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Text 9"/>
          <p:cNvSpPr/>
          <p:nvPr/>
        </p:nvSpPr>
        <p:spPr>
          <a:xfrm>
            <a:off x="5760720" y="2816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⚠  Considerazioni Etiche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32461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L'utilizzo su sistemi non autorizzati costituisce reato penale (D.Lgs. 231/2001, art. 615-ter c.p.).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Tutto il lavoro è stato eseguito su dispositivi propri, in ambiente controllato, a scopo puramente didattico.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4" name="Text 12"/>
          <p:cNvSpPr/>
          <p:nvPr/>
        </p:nvSpPr>
        <p:spPr>
          <a:xfrm>
            <a:off x="457200" y="49743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Maruca · Pezzolla  —  Sicurezza ICT  —  SUPSI DTI  —  A.A. 2025/2026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695</Words>
  <Application>Microsoft Macintosh PowerPoint</Application>
  <PresentationFormat>Presentazione su schermo (16:9)</PresentationFormat>
  <Paragraphs>160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USB Rubber Ducky con Raspberry Pi Zero</dc:title>
  <dc:subject>PptxGenJS Presentation</dc:subject>
  <dc:creator>Maruca, Pezzolla</dc:creator>
  <cp:lastModifiedBy>Pezzolla Andrea</cp:lastModifiedBy>
  <cp:revision>2</cp:revision>
  <dcterms:created xsi:type="dcterms:W3CDTF">2026-05-28T06:53:11Z</dcterms:created>
  <dcterms:modified xsi:type="dcterms:W3CDTF">2026-05-28T07:06:40Z</dcterms:modified>
</cp:coreProperties>
</file>